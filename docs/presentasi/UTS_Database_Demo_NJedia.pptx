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Selamat pagi/siang, di presentasi ini saya akan menunjukkan bahwa project NJedia sudah memenuhi syarat UTS database, yaitu data utama minimal 1000 dan data pendukung minimal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saya singkat: mulai dari struktur database, lanjut bukti jumlah data, lalu praktik query, terakhir insight dan kesimpulan.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 sini saya jelaskan pemisahan tabel inti dan pendukung. Tabel inti dipakai untuk aktivitas bisnis utama, sedangkan tabel pendukung memperkaya atribut dan relasi.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Hasil query menunjukkan semua tabel utama sudah memenuhi syarat minimal 1000 data. Contohnya transaction_details mencapai 2035 baris.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Untuk tabel pendukung juga semua sudah lolos minimal 20. Ini penting untuk memastikan relasi dan fitur pendukung tidak kosong.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 sesi live, saya jalankan query ini untuk bukti utama. Setelah itu saya jalankan query pendukung agar dosen melihat semua syarat terpenuhi langsung dari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Selain jumlah data, saya tampilkan insight agar data bukan sekadar banyak, tapi juga bisa dianalisis. Status transaksi relatif seimbang dan nilai rata-rata transaksi bisa dihitung.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 bagian ini saya jelaskan metode pengisian data. Keunggulan seeder adalah repeatable, sedangkan CSV berguna untuk simulasi input dari luar sistem.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Saya jelaskan antisipasi error umum. Ini menunjukkan kesiapan demo, bukan hanya hasil akhir.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Penutup: tekankan dua syarat utama sudah terpenuhi, lalu buka sesi QnA. Jika diminta, langsung jalankan query validasi di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Demo Project Database - NJedia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009966"/>
                </a:solidFill>
              </a:defRPr>
            </a:pPr>
            <a:r>
              <a:t>UTS Prodi - Pembuktian Data Utama &gt;=1000 &amp; Pendukung &gt;=20</a:t>
            </a:r>
          </a:p>
          <a:p>
            <a:r>
              <a:t>Tanggal Presentasi: Mei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Agenda Presentasi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1. Ringkasan project dan struktur tabel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2. Bukti jumlah data utama dan data pendukung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3. Demo query SQL untuk validasi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4. Insight singkat dari data transaksi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5. Kesimpulan dan kesiapan presentasi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Struktur Database (Ringkas)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Tabel inti bisnis: users, products, transaction_headers, transaction_details, reviews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Tabel pendukung: product_categories, promos, shipments, merchants, product_promos, flash_sale_products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Relasi utama: transaction_details terhubung ke transaction_headers, products, product_variants, shipments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Semua data diuji dari database aktif: tolonjedia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Bukti Data Utama (Syarat &gt;=1000)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2412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640080"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Tabel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Total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transaction_headers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transaction_details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2035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Bukti Data Pendukung (Syarat &gt;=20)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2412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574765"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Tabel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Total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product_categories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promos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shipments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merchants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product_promos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OK</a:t>
                      </a:r>
                    </a:p>
                  </a:txBody>
                  <a:tcPr/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flash_sale_products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Praktik Query Validasi (Live Demo)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984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Consolas"/>
              </a:defRPr>
            </a:pPr>
            <a:r>
              <a:t>SELECT 'users', COUNT(*) FROM users</a:t>
            </a:r>
          </a:p>
          <a:p>
            <a:pPr>
              <a:defRPr sz="1500">
                <a:latin typeface="Consolas"/>
              </a:defRPr>
            </a:pPr>
            <a:r>
              <a:t>UNION ALL SELECT 'products', COUNT(*) FROM products</a:t>
            </a:r>
          </a:p>
          <a:p>
            <a:pPr>
              <a:defRPr sz="1500">
                <a:latin typeface="Consolas"/>
              </a:defRPr>
            </a:pPr>
            <a:r>
              <a:t>UNION ALL SELECT 'transaction_headers', COUNT(*) FROM transaction_headers</a:t>
            </a:r>
          </a:p>
          <a:p>
            <a:pPr>
              <a:defRPr sz="1500">
                <a:latin typeface="Consolas"/>
              </a:defRPr>
            </a:pPr>
            <a:r>
              <a:t>UNION ALL SELECT 'transaction_details', COUNT(*) FROM transaction_details</a:t>
            </a:r>
          </a:p>
          <a:p>
            <a:pPr>
              <a:defRPr sz="1500">
                <a:latin typeface="Consolas"/>
              </a:defRPr>
            </a:pPr>
            <a:r>
              <a:t>UNION ALL SELECT 'reviews', COUNT(*) FROM reviews;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6070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Lalu lanjut query pendukung untuk product_categories, promos, shipments, merchants, product_promos, flash_sale_products.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</a:defRPr>
            </a:pPr>
            <a:r>
              <a:t>Tujuan demo: menunjukkan bukti kuantitatif langsung di SQL client/phpMyAdmin.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Insight dari Data Transaksi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Total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526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Shipping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513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Rejected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509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487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55448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Produk Teratas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Qty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molestias aut laborum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ipsum omnis voluptates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repellat ullam neque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odio perferendis 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quae a libero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6634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Rata-rata total_paid transaksi: 134,478.52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</a:defRPr>
            </a:pPr>
            <a:r>
              <a:t>Nilai transaksi maksimum: 900,000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Sumber Data &amp; Cara Pengisian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Data diisi kombinasi seeder + import CSV untuk simulasi skenario e-commerce.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Seeder memastikan jumlah besar konsisten dan reproducible.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Import CSV dipakai untuk contoh integrasi data eksternal/manual.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Validasi akhir dilakukan dengan query COUNT(*) dan sample join query.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Risiko Teknis &amp; Mitigasi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</a:defRPr>
            </a:pPr>
            <a:r>
              <a:t>Risiko FK error saat import -&gt; mitigasi: urutan import parent-child.</a:t>
            </a:r>
          </a:p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</a:defRPr>
            </a:pPr>
            <a:r>
              <a:t>Risiko mismatch format CSV -&gt; mitigasi: delimiter koma, encoding UTF-8.</a:t>
            </a:r>
          </a:p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</a:defRPr>
            </a:pPr>
            <a:r>
              <a:t>Risiko database kosong/salah nama -&gt; mitigasi: cek DB aktif sebelum demo.</a:t>
            </a:r>
          </a:p>
          <a:p>
            <a:pPr>
              <a:spcAft>
                <a:spcPts val="1000"/>
              </a:spcAft>
              <a:defRPr sz="1900">
                <a:solidFill>
                  <a:srgbClr val="1E1E1E"/>
                </a:solidFill>
              </a:defRPr>
            </a:pPr>
            <a:r>
              <a:t>Siapkan backup SQL + script query agar demo tetap aman.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66CC"/>
                </a:solidFill>
              </a:defRPr>
            </a:pPr>
            <a:r>
              <a:t>Kesimpulan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Syarat dosen sudah terpenuhi: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- Data utama &gt;=1000 pada seluruh tabel inti.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- Data pendukung &gt;=20 pada seluruh tabel pendukung.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Database siap untuk demo query, validasi, dan pembahasan relasi.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Terima kasih. Siap lanjut sesi tanya jawab.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